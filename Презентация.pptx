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B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2197DE-C967-4E35-AD37-829AC06AF1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D9BB99-88D5-484B-9DCD-89BCA38D4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3532EAD-DDC7-444E-95EA-A5F00EACE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A08481-44C7-4F79-BC1F-192EA643E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277817B-DDEB-4C0C-A6C2-407C4DA5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41734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12C985-2108-4345-AA8D-A0506FE03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DCF1C0-4B27-4EC5-A0F2-CEA5F1D55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E8E45C-5E49-4064-AD73-AD865FC5D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B0688A-3EAA-4A8E-8D2C-CFA3FB190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5B5ED5-D1A0-4796-B7ED-2086223BC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25949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F12C5A-BF94-417B-B02F-E49371CCC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D63ABC-36F1-4742-89FE-A61E861BC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2AFAC5-C1DA-4A95-98FD-4F772AEE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5F41BE-33CF-4649-B50D-9BE0B02F1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14E20D-89BE-4B62-B000-0085454A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191231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21BFF1-971B-45EE-A054-4BF923462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F57F60-2AC0-4A56-9B20-96D0BAB2AD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9F38E9B-67AC-4063-ACFC-E8CE873CC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D01D647-DF4F-44EA-AA0A-1CFFEEF0E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CBFC87-8420-4DF5-9E25-0FAFFBC61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23469CC-12A0-4FAC-938F-8A47C8FB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3141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077669-0BC9-4BD3-8777-D9C89254D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09557ED-7046-484D-B724-65AD0EFC5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BDEB93-1807-46DE-8398-400533885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0B25AAD-D833-4A26-AA48-DE484F861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194EB33-BBF6-40DF-B0A8-BA14759671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2BC35F3-1FAA-4A00-9F69-E5D97AA42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4483AD1-6984-4C2B-8939-8023FDC91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F945D68-CE52-4F2A-A653-76B984436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785843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0D431D-2319-4C31-8DE3-67F89562E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D1B9379-687F-4A6D-A535-C2030CA44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C43D105-C3D2-4FE4-8D54-4F172D8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418B40F-6235-41EC-B21F-CA5821024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838766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3D5C6EE-DEE5-4F02-9CB5-324EC0130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901D5A8-54FF-4AB1-B2C4-9445D4141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6FAE608-EAC2-429D-943E-90A399C14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579500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D985FC-CFD7-42E1-8060-88976FA51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D9473B-1D05-4719-A2AA-462A10979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E869FB-4724-43D8-8BE9-FAA06CCE1B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042BDF7-31D3-4551-A1A4-3E3BD3B92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A5F3E41-FE21-4730-B25D-452C51006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DE1E78-7AD7-451B-8C38-018890FA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036664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D70B4-29EE-4F7E-9AE8-F8CCFB7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5C8F36D-ACF0-424A-A9FE-2CD23645A2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BY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BE5B34F-C50E-4CF7-94B2-86C8650CA3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349B04-E08C-4B70-BBAA-CE6698D65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CB3B65A-465E-4130-9BB9-920341EE2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64CB7C3-EE6B-473E-9FD5-5EA1C923B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781711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59B5B1-FFC3-416E-9A4F-FE6D2798C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A7AB94C-A120-422C-ABF1-E159C7EDA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61B8DF-233E-4795-96F8-B8178A6D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A42E80-59A1-44B9-A767-1F3C20C1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AD47EF-6348-4217-93D1-59DA38091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478633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2785A91-1AD3-43B5-A398-6943A02192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E04360-114D-4B51-A63B-1622B6EE21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3C8C5B-C6BB-4D11-A65E-9171EFCDA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7A9C6A-EAC3-4AE8-B8F2-CC022EC56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C7E6B0-5246-437E-A618-6DC34F76B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406541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36A883-0EBF-4337-BF18-A486EFE53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4D4DE07-04C5-4660-B83B-227C117F8B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2B61C36-F741-42E3-A75D-00A09F4A3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54724-C07D-4D1E-AC79-DB81C521E982}" type="datetimeFigureOut">
              <a:rPr lang="ru-BY" smtClean="0"/>
              <a:t>07.05.2026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1D4947-5C01-4B37-B522-AA3FD507E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2D3110-319F-4BD2-8A6A-0976ACED60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D52718-A759-4225-A430-6FB450D67ADC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20817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BY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E46A58-3BAE-4915-A3D1-6A6AAAE86F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1758"/>
            <a:ext cx="9144000" cy="1994483"/>
          </a:xfrm>
        </p:spPr>
        <p:txBody>
          <a:bodyPr>
            <a:noAutofit/>
          </a:bodyPr>
          <a:lstStyle/>
          <a:p>
            <a:r>
              <a:rPr lang="ru-RU" sz="360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Телематическая система мониторинга с поддержкой </a:t>
            </a:r>
            <a:r>
              <a:rPr lang="ru-RU" sz="360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нейросетевых</a:t>
            </a:r>
            <a:r>
              <a:rPr lang="ru-RU" sz="360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алгоритмов прогнозирования технического обслуживания</a:t>
            </a:r>
            <a:endParaRPr lang="ru-BY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267C34-9F8A-4D3A-9E41-64C3812FCEDE}"/>
              </a:ext>
            </a:extLst>
          </p:cNvPr>
          <p:cNvSpPr txBox="1"/>
          <p:nvPr/>
        </p:nvSpPr>
        <p:spPr>
          <a:xfrm>
            <a:off x="1201024" y="1166447"/>
            <a:ext cx="9789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Белорусский государственный университет информатики и радиоэлектроники</a:t>
            </a:r>
            <a:endParaRPr lang="ru-BY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700CE0-437E-46FA-B2AB-14F02D7BD1B5}"/>
              </a:ext>
            </a:extLst>
          </p:cNvPr>
          <p:cNvSpPr txBox="1"/>
          <p:nvPr/>
        </p:nvSpPr>
        <p:spPr>
          <a:xfrm>
            <a:off x="1201024" y="5322328"/>
            <a:ext cx="3790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Автор:</a:t>
            </a:r>
          </a:p>
          <a:p>
            <a:r>
              <a:rPr lang="ru-RU" dirty="0"/>
              <a:t>Шершнева Е.С.</a:t>
            </a:r>
            <a:endParaRPr lang="ru-BY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1ED21D-32CD-40A5-94BA-307916146907}"/>
              </a:ext>
            </a:extLst>
          </p:cNvPr>
          <p:cNvSpPr txBox="1"/>
          <p:nvPr/>
        </p:nvSpPr>
        <p:spPr>
          <a:xfrm>
            <a:off x="7200550" y="5322327"/>
            <a:ext cx="3790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/>
              <a:t>Руководитель:</a:t>
            </a:r>
          </a:p>
          <a:p>
            <a:pPr algn="r"/>
            <a:r>
              <a:rPr lang="ru-RU" dirty="0"/>
              <a:t>Богдан Е.В.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134123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1E022A-7FF7-4180-9BF7-718430DAFAAF}"/>
              </a:ext>
            </a:extLst>
          </p:cNvPr>
          <p:cNvSpPr txBox="1"/>
          <p:nvPr/>
        </p:nvSpPr>
        <p:spPr>
          <a:xfrm>
            <a:off x="687896" y="822121"/>
            <a:ext cx="80869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1 Цели и задачи</a:t>
            </a:r>
            <a:endParaRPr lang="ru-BY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7D7FC-F4E9-45C5-A827-5BC84687CD58}"/>
              </a:ext>
            </a:extLst>
          </p:cNvPr>
          <p:cNvSpPr txBox="1"/>
          <p:nvPr/>
        </p:nvSpPr>
        <p:spPr>
          <a:xfrm>
            <a:off x="687896" y="2028616"/>
            <a:ext cx="108162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Цели:</a:t>
            </a:r>
          </a:p>
          <a:p>
            <a:pPr marL="285750" indent="-285750">
              <a:buFontTx/>
              <a:buChar char="-"/>
            </a:pPr>
            <a:r>
              <a:rPr lang="ru-RU" sz="20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разработка телематической системы мониторинга;</a:t>
            </a:r>
          </a:p>
          <a:p>
            <a:pPr marL="285750" indent="-285750"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интеллектуальная диагностика узлов ТС на основе данных CAN-шины;</a:t>
            </a:r>
          </a:p>
          <a:p>
            <a:pPr marL="285750" indent="-285750"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прогнозирование технического обслуживания с помощью нейросетей;</a:t>
            </a:r>
          </a:p>
          <a:p>
            <a:pPr marL="285750" indent="-285750"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создание единой цифровой среды для диспетчерских и инженерных служб.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7C557A-B51A-41B9-8897-E948116BFD49}"/>
              </a:ext>
            </a:extLst>
          </p:cNvPr>
          <p:cNvSpPr txBox="1"/>
          <p:nvPr/>
        </p:nvSpPr>
        <p:spPr>
          <a:xfrm>
            <a:off x="687896" y="4096887"/>
            <a:ext cx="108162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Задачи: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анализ существующих стандартов передачи данных в автомобильной электронике</a:t>
            </a:r>
            <a:r>
              <a:rPr kumimoji="0" lang="ru-BY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kumimoji="0" lang="ru-RU" altLang="ru-BY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RU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проектирование отказоустойчивой </a:t>
            </a:r>
            <a:r>
              <a:rPr kumimoji="0" lang="ru-RU" altLang="ru-BY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микросервисной</a:t>
            </a:r>
            <a:r>
              <a:rPr kumimoji="0" lang="ru-RU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архитектуры;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BY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разработка и обучение нейронной сети LSTM для </a:t>
            </a:r>
            <a:r>
              <a:rPr kumimoji="0" lang="ru-RU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обнаружения</a:t>
            </a:r>
            <a:r>
              <a:rPr kumimoji="0" lang="ru-BY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аномалий;</a:t>
            </a:r>
            <a:endParaRPr kumimoji="0" lang="ru-RU" altLang="ru-BY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ru-BY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реализация веб-интерфейса для визуализации телеметрии и предиктивных инцидентов</a:t>
            </a:r>
            <a:r>
              <a:rPr kumimoji="0" lang="ru-RU" altLang="ru-BY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3548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C755C0-A1B7-4C93-ACAE-08FC98DDCF03}"/>
              </a:ext>
            </a:extLst>
          </p:cNvPr>
          <p:cNvSpPr txBox="1"/>
          <p:nvPr/>
        </p:nvSpPr>
        <p:spPr>
          <a:xfrm>
            <a:off x="687896" y="822121"/>
            <a:ext cx="80869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2 Используемые технологии</a:t>
            </a:r>
            <a:endParaRPr lang="ru-BY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C1415DD-DE8C-4F0A-AC2A-B9F2125D5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242" y="1752515"/>
            <a:ext cx="1875578" cy="1831395"/>
          </a:xfrm>
          <a:prstGeom prst="rect">
            <a:avLst/>
          </a:prstGeom>
        </p:spPr>
      </p:pic>
      <p:pic>
        <p:nvPicPr>
          <p:cNvPr id="2054" name="Picture 6" descr="Picture background">
            <a:extLst>
              <a:ext uri="{FF2B5EF4-FFF2-40B4-BE49-F238E27FC236}">
                <a16:creationId xmlns:a16="http://schemas.microsoft.com/office/drawing/2014/main" id="{0414B2F3-635B-4637-97CA-BC01745FA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374" y="1752514"/>
            <a:ext cx="1831395" cy="183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Приложение MQTT">
            <a:extLst>
              <a:ext uri="{FF2B5EF4-FFF2-40B4-BE49-F238E27FC236}">
                <a16:creationId xmlns:a16="http://schemas.microsoft.com/office/drawing/2014/main" id="{99C535F3-5761-4689-B709-E55B02B9B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1753" y="1752514"/>
            <a:ext cx="2137476" cy="183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F74C1E-6213-40D5-AC18-BA7DDCBCE6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9213" y="1752516"/>
            <a:ext cx="4201542" cy="1669642"/>
          </a:xfrm>
          <a:prstGeom prst="rect">
            <a:avLst/>
          </a:prstGeom>
        </p:spPr>
      </p:pic>
      <p:pic>
        <p:nvPicPr>
          <p:cNvPr id="2058" name="Picture 10" descr="Picture background">
            <a:extLst>
              <a:ext uri="{FF2B5EF4-FFF2-40B4-BE49-F238E27FC236}">
                <a16:creationId xmlns:a16="http://schemas.microsoft.com/office/drawing/2014/main" id="{A05AF752-FF33-4137-B9B9-F74269F92C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242" y="4204484"/>
            <a:ext cx="4760082" cy="183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RabbitMQ decoderen: communicatie in gedistribueerde systemen verbeteren met Message Brokers">
            <a:extLst>
              <a:ext uri="{FF2B5EF4-FFF2-40B4-BE49-F238E27FC236}">
                <a16:creationId xmlns:a16="http://schemas.microsoft.com/office/drawing/2014/main" id="{E65C1046-B8AB-45FF-BE44-0F9FA10B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1803" y="4206634"/>
            <a:ext cx="3484277" cy="1829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8FF0063-5CE6-441A-A3D4-DF436B0F56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9559" y="4204982"/>
            <a:ext cx="2441196" cy="183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0665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105</Words>
  <Application>Microsoft Office PowerPoint</Application>
  <PresentationFormat>Широкоэкранный</PresentationFormat>
  <Paragraphs>18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Тема Office</vt:lpstr>
      <vt:lpstr>Телематическая система мониторинга с поддержкой нейросетевых алгоритмов прогнозирования технического обслуживания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Alena</dc:creator>
  <cp:lastModifiedBy>Alena</cp:lastModifiedBy>
  <cp:revision>9</cp:revision>
  <dcterms:created xsi:type="dcterms:W3CDTF">2026-05-07T11:09:28Z</dcterms:created>
  <dcterms:modified xsi:type="dcterms:W3CDTF">2026-05-07T13:25:23Z</dcterms:modified>
</cp:coreProperties>
</file>